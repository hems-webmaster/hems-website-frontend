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9" d="100"/>
          <a:sy n="139" d="100"/>
        </p:scale>
        <p:origin x="103" y="1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3DA0-FE7C-FC68-FCC5-F7FBBE0BB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EC0E0-CE9E-4F94-DE6C-4951833F9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7718-FCA8-2BE5-AC0C-552BDE2C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61C93-4115-772A-FD25-8B9A8A19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F2C1E-A329-CECC-B470-CC7ACB48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51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C88C-029E-156C-B734-F3AAF3C0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3041-795A-B701-7E9F-165739DC1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2C957-F1B0-C29D-86E1-EC72BC1C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6827C-97D5-C444-744C-D06FCC61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04FDE-0AF9-F15B-00CB-214044DC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0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EAF2-E023-BA3B-3E9F-619D99A88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42E6C-EA28-4B1B-E285-757FA06A0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718E7-048E-C144-3603-580B0CC3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21F89-4E7A-C4FE-4A2E-0C3F292A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34695-04B5-A88D-2AF5-02F4A156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7792-D3B3-A5B9-014A-964F449A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D2F03-0EB0-AEE8-669B-BCCBE117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FE590-B356-CA06-395D-5A60F063B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1EC71-55CF-A731-DE9F-1E7FF955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9D0A-B1A8-57A6-4E99-01D5D47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B22F8-528F-8C2C-7139-14A32625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1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6D64-F369-7945-9FDA-6DCE57BB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D7C8D-2D43-F26D-B3B6-62AA77C99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94778-3235-A936-3635-178AAB15A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FCF695-BC0E-68C0-3870-928C125D2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E3763-343E-9643-9641-DDEAAD13B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2BA18-0399-828B-25D7-9F468E2B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4587A-1A2C-3CDE-AEC7-7FFAC9055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F0C3D-9472-C3A7-F7D9-8673191E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9D9-53D4-0848-4FF3-A934C1EF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57987-7D87-147C-DE7A-5D3D8EE7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3BCE6-93F7-81BC-D89A-4AED6189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39D1F-C1E5-8A19-3D26-E4779E8D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3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9F271-221C-3471-B362-F3121156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9EF8C-EF77-7FD3-E7F9-08C478AE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641F4-2A55-86C4-33E1-C5C92ACD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ED8F-915A-B2A2-6631-9FFEA81A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5D3C-B594-9EF9-F0CB-39B38FE0B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BA3D6-5861-B796-5264-FB87D782A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1256C-0C1B-1F6B-A353-73701316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F8BEE-4A34-1BC9-10C1-304F8EB6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A06B-AECE-AE57-AD59-27B41561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1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733BA-717C-1ADD-2DE2-21CD9596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DE59A-8863-F876-44E1-142C76B38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18785-ED99-234D-BC4C-E4473AD7C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EF3EE-ED85-FCA9-5F67-3570BC27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8DB34-75CC-7D43-3BB2-215CCD6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84CCD-4146-11CB-47C3-37C4F0F8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C0B6-8252-9289-7C78-8E4ACBF4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5FD5C-E462-2E63-02E2-A475083AE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18868-4B1E-FB03-A697-7CE68BC7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A71B-963B-C2CE-EE85-C09F3364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F2F51-38FC-981A-3D64-C803365B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8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AC9B2-71F3-C0ED-CAA9-DEBB20756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7716C-EE82-66D6-6F9E-01462A161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34BB7-707F-7346-D201-A83A504E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C086F-27B1-668F-E808-F6B4861C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F8057-AA34-A54B-639B-C64BA305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D8FC0-FA19-2B29-122B-9C0E126F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D9C21-26B0-3809-8F28-BDB8DA61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DDEDE-CE3D-69D0-5AAF-0DB9A99B6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93E07-C575-469F-AA95-733C262A2B6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61D4-ED03-EFA8-3268-C8DDA46B9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89B0E-161A-D3E3-D8A8-01DFDF595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A868C-F41B-4BBD-8209-E069A82D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3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et Propulsion Laboratory (JPL) Logo ...">
            <a:extLst>
              <a:ext uri="{FF2B5EF4-FFF2-40B4-BE49-F238E27FC236}">
                <a16:creationId xmlns:a16="http://schemas.microsoft.com/office/drawing/2014/main" id="{0070A5F8-0CD9-2F3E-0404-6D487CAD5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t="33058" r="5199" b="32862"/>
          <a:stretch>
            <a:fillRect/>
          </a:stretch>
        </p:blipFill>
        <p:spPr bwMode="auto">
          <a:xfrm>
            <a:off x="1599586" y="220971"/>
            <a:ext cx="3886814" cy="201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A232814F-9954-4663-B6F6-5C6E35FCD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888" y="1971735"/>
            <a:ext cx="1948753" cy="194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SA logo meatball">
            <a:extLst>
              <a:ext uri="{FF2B5EF4-FFF2-40B4-BE49-F238E27FC236}">
                <a16:creationId xmlns:a16="http://schemas.microsoft.com/office/drawing/2014/main" id="{809A2BAE-EFF0-2D6A-D4DA-6558E85DEB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t="10585" r="18986" b="11704"/>
          <a:stretch>
            <a:fillRect/>
          </a:stretch>
        </p:blipFill>
        <p:spPr bwMode="auto">
          <a:xfrm>
            <a:off x="1274345" y="1853953"/>
            <a:ext cx="2491902" cy="20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314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Bell</dc:creator>
  <cp:lastModifiedBy>Ryan Bell</cp:lastModifiedBy>
  <cp:revision>1</cp:revision>
  <dcterms:created xsi:type="dcterms:W3CDTF">2026-05-15T18:16:19Z</dcterms:created>
  <dcterms:modified xsi:type="dcterms:W3CDTF">2026-05-26T16:37:02Z</dcterms:modified>
</cp:coreProperties>
</file>